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744"/>
  </p:normalViewPr>
  <p:slideViewPr>
    <p:cSldViewPr snapToGrid="0">
      <p:cViewPr varScale="1">
        <p:scale>
          <a:sx n="111" d="100"/>
          <a:sy n="111" d="100"/>
        </p:scale>
        <p:origin x="14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6C768-D84B-09A3-7292-DE86E63D50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B65639-EE6C-D828-23C9-A6757F2C76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7759B-0224-B4DD-6F21-226DD967D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6062B-067F-FA40-ADE5-4A4E953B3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736B2-0419-245B-07AD-1C96BDBE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02497-F52B-6A59-2081-9348BF9A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85C3-573B-D046-A74B-2C0DB3D4F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579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2B7AD-81C9-DC40-D2C1-7B5E94733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4B0C5-3335-6F27-E125-05C193782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49350-808A-A29B-199A-F8E6A3EEE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6062B-067F-FA40-ADE5-4A4E953B3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71F26-5FDC-D726-C64D-82305C8D7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F39D6-04E3-72F5-D3C9-E7643C75E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85C3-573B-D046-A74B-2C0DB3D4F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86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BF5EE-DC20-B1A9-F7DF-BA8163B7D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65A67-4FED-F051-19F8-0CF522BE2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F146A-D5F6-368D-8AA5-A96E23995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6062B-067F-FA40-ADE5-4A4E953B3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411FB-28C9-1F31-A23C-439930F11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6D4DC-000E-C3E9-A4F8-04D45B116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85C3-573B-D046-A74B-2C0DB3D4F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72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C083E-CA56-6035-40A0-45D55244C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03A47-4DE6-5062-7DBD-B9E0213918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86B95-28A3-83DD-63FF-8B64320AA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B3B02-40B9-4D7B-B106-D7F658196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6062B-067F-FA40-ADE5-4A4E953B3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D9736-B30F-F3FA-CE81-FBD69A94A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3964B-E523-03D0-FC14-BCA5FC529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85C3-573B-D046-A74B-2C0DB3D4F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50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606A8-E4F1-EE4B-1E25-445813D70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B6B81-95E6-B22A-ADED-94B614346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C1C7D4-5730-3C35-F32A-3CEB5E4A2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8B23A9-2EDE-466B-F106-0A309E8D2F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72F163-75EE-7C66-8BD0-E9B0303AAD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ABC938-1C44-D584-B421-54DD3024D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6062B-067F-FA40-ADE5-4A4E953B3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C1DB20-0387-36F3-D308-642B68029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F5BDDF-5CC2-603A-5885-496B5FC9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85C3-573B-D046-A74B-2C0DB3D4F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318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48706-F6A0-2C3F-537F-169F0C03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EF99C1-EB2D-868D-5D3B-DBDE5219D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6062B-067F-FA40-ADE5-4A4E953B3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B2C5F-D900-A750-EFF6-465F44B31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B2C81-B293-0E7B-CD7D-70035933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85C3-573B-D046-A74B-2C0DB3D4F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00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AD4CC6-E312-FEB2-108D-2A1EA83A5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6062B-067F-FA40-ADE5-4A4E953B3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9CEF36-2F16-FB90-9D37-C04B3F346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EF284-B724-12DF-093E-F62A18F32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85C3-573B-D046-A74B-2C0DB3D4F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084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F8E3F-803B-9090-A9AD-E18C1633A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B61BB-73EF-A6EC-A085-4E93DF668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BB8B3B-2489-05CF-32F7-97CB312A9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E116A-9AD2-E9C2-B012-6A420EB31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6062B-067F-FA40-ADE5-4A4E953B3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7315B-3E0E-A6E1-052B-10A8C5020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D764B-4D36-81D2-3EE6-E9041AD56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85C3-573B-D046-A74B-2C0DB3D4F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307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8727A-1A62-E448-38C7-05E509B3A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DA8839-4ABC-F5A2-CDA0-44241132A1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8F7033-FDC9-2D21-55FC-D0AA562CD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274EC-E7B7-F85D-C922-9359182CA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6062B-067F-FA40-ADE5-4A4E953B3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F09ED-A5D7-B1B1-EB3D-97AFDF5CA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A967E-E2D5-1F4D-1A75-61B9836B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85C3-573B-D046-A74B-2C0DB3D4F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12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D9B5B-EF2C-CF53-67A8-39C53436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7625B7-5441-3F6A-5F71-028A9D249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62036-F2B2-3E19-F17C-0A3C3F1E3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6062B-067F-FA40-ADE5-4A4E953B3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FBE01-D3F4-626D-400B-E9CF3E78C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D1EE3-D1CA-7ECD-2712-FB09F0E36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85C3-573B-D046-A74B-2C0DB3D4F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32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53DC75-34D0-4239-EC9F-C85F542BDA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162539-9391-2E5A-FE4D-B23E69BA4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A1015-7D03-9ADF-6359-58402D08B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6062B-067F-FA40-ADE5-4A4E953B3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09D69-6FA5-3637-D88C-94AC34FC5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57769-8552-2FF0-F75B-EF1F1F6B8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85C3-573B-D046-A74B-2C0DB3D4F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37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1D9EB2-B5DD-6F6E-1BD1-72BE5012A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284AF-1CAB-D034-96E5-B34572EFF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5C00A-4F22-4175-C284-165CB68056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36062B-067F-FA40-ADE5-4A4E953B3C4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8F5FD-EA5A-D61C-DA54-6DE3BC042B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397B-0130-15BD-E7FC-9C2CF2BB74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B785C3-573B-D046-A74B-2C0DB3D4F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33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0F9FB720-1FBB-0332-30F1-BF50C5EFF427}"/>
              </a:ext>
            </a:extLst>
          </p:cNvPr>
          <p:cNvGrpSpPr/>
          <p:nvPr/>
        </p:nvGrpSpPr>
        <p:grpSpPr>
          <a:xfrm>
            <a:off x="2036064" y="1143000"/>
            <a:ext cx="8119872" cy="4572000"/>
            <a:chOff x="2036064" y="1143000"/>
            <a:chExt cx="8119872" cy="4572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E351BC6-782C-AC17-0675-B6B72CEC7E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36064" y="1143000"/>
              <a:ext cx="8119872" cy="4572000"/>
            </a:xfrm>
            <a:prstGeom prst="rect">
              <a:avLst/>
            </a:prstGeom>
            <a:gradFill>
              <a:gsLst>
                <a:gs pos="0">
                  <a:schemeClr val="tx2"/>
                </a:gs>
                <a:gs pos="70000">
                  <a:srgbClr val="13284B">
                    <a:alpha val="80000"/>
                  </a:srgbClr>
                </a:gs>
                <a:gs pos="30000">
                  <a:schemeClr val="tx2">
                    <a:alpha val="80000"/>
                  </a:schemeClr>
                </a:gs>
                <a:gs pos="100000">
                  <a:schemeClr val="tx2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6EACE19B-0914-C6E9-52F2-439F4704A74C}"/>
                </a:ext>
              </a:extLst>
            </p:cNvPr>
            <p:cNvSpPr/>
            <p:nvPr/>
          </p:nvSpPr>
          <p:spPr>
            <a:xfrm>
              <a:off x="5638802" y="2329543"/>
              <a:ext cx="914400" cy="642257"/>
            </a:xfrm>
            <a:prstGeom prst="roundRect">
              <a:avLst/>
            </a:prstGeom>
            <a:noFill/>
            <a:ln w="317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FA13959-DB6F-7AF2-4A77-FCED6C99DF5E}"/>
                </a:ext>
              </a:extLst>
            </p:cNvPr>
            <p:cNvSpPr/>
            <p:nvPr/>
          </p:nvSpPr>
          <p:spPr>
            <a:xfrm>
              <a:off x="2850312" y="3701142"/>
              <a:ext cx="914400" cy="642257"/>
            </a:xfrm>
            <a:prstGeom prst="roundRect">
              <a:avLst/>
            </a:prstGeom>
            <a:noFill/>
            <a:ln w="317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80DA7972-23E6-A839-8EAD-ED355919E625}"/>
                </a:ext>
              </a:extLst>
            </p:cNvPr>
            <p:cNvSpPr/>
            <p:nvPr/>
          </p:nvSpPr>
          <p:spPr>
            <a:xfrm>
              <a:off x="4244557" y="3701142"/>
              <a:ext cx="914400" cy="642257"/>
            </a:xfrm>
            <a:prstGeom prst="roundRect">
              <a:avLst/>
            </a:prstGeom>
            <a:noFill/>
            <a:ln w="317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FB84ABF1-5E4F-071A-59BD-BE8D9328833A}"/>
                </a:ext>
              </a:extLst>
            </p:cNvPr>
            <p:cNvSpPr/>
            <p:nvPr/>
          </p:nvSpPr>
          <p:spPr>
            <a:xfrm>
              <a:off x="5638802" y="3701142"/>
              <a:ext cx="914400" cy="642257"/>
            </a:xfrm>
            <a:prstGeom prst="roundRect">
              <a:avLst/>
            </a:prstGeom>
            <a:noFill/>
            <a:ln w="317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84C98508-0318-60B7-14E9-17BA4EDA098E}"/>
                </a:ext>
              </a:extLst>
            </p:cNvPr>
            <p:cNvSpPr/>
            <p:nvPr/>
          </p:nvSpPr>
          <p:spPr>
            <a:xfrm>
              <a:off x="7033046" y="3701142"/>
              <a:ext cx="914400" cy="642257"/>
            </a:xfrm>
            <a:prstGeom prst="roundRect">
              <a:avLst/>
            </a:prstGeom>
            <a:noFill/>
            <a:ln w="317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19BC7C1D-31D1-7602-7026-D5C00701A365}"/>
                </a:ext>
              </a:extLst>
            </p:cNvPr>
            <p:cNvSpPr/>
            <p:nvPr/>
          </p:nvSpPr>
          <p:spPr>
            <a:xfrm>
              <a:off x="8427290" y="3701142"/>
              <a:ext cx="914400" cy="642257"/>
            </a:xfrm>
            <a:prstGeom prst="roundRect">
              <a:avLst/>
            </a:prstGeom>
            <a:noFill/>
            <a:ln w="317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cxnSp>
          <p:nvCxnSpPr>
            <p:cNvPr id="13" name="Elbow Connector 12">
              <a:extLst>
                <a:ext uri="{FF2B5EF4-FFF2-40B4-BE49-F238E27FC236}">
                  <a16:creationId xmlns:a16="http://schemas.microsoft.com/office/drawing/2014/main" id="{E22F13A5-FF56-291A-CC27-9994992A320E}"/>
                </a:ext>
              </a:extLst>
            </p:cNvPr>
            <p:cNvCxnSpPr>
              <a:stCxn id="5" idx="2"/>
              <a:endCxn id="6" idx="0"/>
            </p:cNvCxnSpPr>
            <p:nvPr/>
          </p:nvCxnSpPr>
          <p:spPr>
            <a:xfrm rot="5400000">
              <a:off x="4337086" y="1942226"/>
              <a:ext cx="729342" cy="2788490"/>
            </a:xfrm>
            <a:prstGeom prst="bentConnector3">
              <a:avLst/>
            </a:prstGeom>
            <a:noFill/>
            <a:ln w="31750">
              <a:solidFill>
                <a:schemeClr val="bg1">
                  <a:lumMod val="75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Elbow Connector 13">
              <a:extLst>
                <a:ext uri="{FF2B5EF4-FFF2-40B4-BE49-F238E27FC236}">
                  <a16:creationId xmlns:a16="http://schemas.microsoft.com/office/drawing/2014/main" id="{CCFE944C-95AD-4CD4-5BEA-51B72FDACC1E}"/>
                </a:ext>
              </a:extLst>
            </p:cNvPr>
            <p:cNvCxnSpPr>
              <a:cxnSpLocks/>
              <a:stCxn id="5" idx="2"/>
              <a:endCxn id="7" idx="0"/>
            </p:cNvCxnSpPr>
            <p:nvPr/>
          </p:nvCxnSpPr>
          <p:spPr>
            <a:xfrm rot="5400000">
              <a:off x="5034209" y="2639349"/>
              <a:ext cx="729342" cy="1394245"/>
            </a:xfrm>
            <a:prstGeom prst="bentConnector3">
              <a:avLst>
                <a:gd name="adj1" fmla="val 50000"/>
              </a:avLst>
            </a:prstGeom>
            <a:noFill/>
            <a:ln w="31750">
              <a:solidFill>
                <a:schemeClr val="bg1">
                  <a:lumMod val="75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Elbow Connector 16">
              <a:extLst>
                <a:ext uri="{FF2B5EF4-FFF2-40B4-BE49-F238E27FC236}">
                  <a16:creationId xmlns:a16="http://schemas.microsoft.com/office/drawing/2014/main" id="{C28D800A-58C9-A1D0-B12B-297B3F3EE957}"/>
                </a:ext>
              </a:extLst>
            </p:cNvPr>
            <p:cNvCxnSpPr>
              <a:cxnSpLocks/>
              <a:stCxn id="5" idx="2"/>
              <a:endCxn id="10" idx="0"/>
            </p:cNvCxnSpPr>
            <p:nvPr/>
          </p:nvCxnSpPr>
          <p:spPr>
            <a:xfrm rot="16200000" flipH="1">
              <a:off x="6428453" y="2639349"/>
              <a:ext cx="729342" cy="1394244"/>
            </a:xfrm>
            <a:prstGeom prst="bentConnector3">
              <a:avLst>
                <a:gd name="adj1" fmla="val 50000"/>
              </a:avLst>
            </a:prstGeom>
            <a:noFill/>
            <a:ln w="31750">
              <a:solidFill>
                <a:schemeClr val="bg1">
                  <a:lumMod val="75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172374FD-F8B5-1627-AC8E-0EEE2B862BB6}"/>
                </a:ext>
              </a:extLst>
            </p:cNvPr>
            <p:cNvCxnSpPr>
              <a:cxnSpLocks/>
              <a:stCxn id="5" idx="2"/>
              <a:endCxn id="11" idx="0"/>
            </p:cNvCxnSpPr>
            <p:nvPr/>
          </p:nvCxnSpPr>
          <p:spPr>
            <a:xfrm rot="16200000" flipH="1">
              <a:off x="7125575" y="1942227"/>
              <a:ext cx="729342" cy="2788488"/>
            </a:xfrm>
            <a:prstGeom prst="bentConnector3">
              <a:avLst>
                <a:gd name="adj1" fmla="val 50000"/>
              </a:avLst>
            </a:prstGeom>
            <a:noFill/>
            <a:ln w="31750">
              <a:solidFill>
                <a:schemeClr val="bg1">
                  <a:lumMod val="75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54439AE-075A-CDF8-3B07-D6B910C40963}"/>
                </a:ext>
              </a:extLst>
            </p:cNvPr>
            <p:cNvCxnSpPr>
              <a:stCxn id="5" idx="2"/>
              <a:endCxn id="8" idx="0"/>
            </p:cNvCxnSpPr>
            <p:nvPr/>
          </p:nvCxnSpPr>
          <p:spPr>
            <a:xfrm>
              <a:off x="6096002" y="2971800"/>
              <a:ext cx="0" cy="729342"/>
            </a:xfrm>
            <a:prstGeom prst="line">
              <a:avLst/>
            </a:prstGeom>
            <a:noFill/>
            <a:ln w="31750">
              <a:solidFill>
                <a:schemeClr val="bg1">
                  <a:lumMod val="75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32BCB099-7A33-154F-8AEC-20F154BE7623}"/>
              </a:ext>
            </a:extLst>
          </p:cNvPr>
          <p:cNvSpPr txBox="1"/>
          <p:nvPr/>
        </p:nvSpPr>
        <p:spPr>
          <a:xfrm>
            <a:off x="12888686" y="48441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A882FC-9523-222B-530F-FA5738B9E096}"/>
              </a:ext>
            </a:extLst>
          </p:cNvPr>
          <p:cNvSpPr txBox="1"/>
          <p:nvPr/>
        </p:nvSpPr>
        <p:spPr>
          <a:xfrm>
            <a:off x="13008429" y="5660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24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I">
      <a:dk1>
        <a:srgbClr val="000000"/>
      </a:dk1>
      <a:lt1>
        <a:srgbClr val="FFFFFF"/>
      </a:lt1>
      <a:dk2>
        <a:srgbClr val="13284B"/>
      </a:dk2>
      <a:lt2>
        <a:srgbClr val="F8FAFC"/>
      </a:lt2>
      <a:accent1>
        <a:srgbClr val="FF552E"/>
      </a:accent1>
      <a:accent2>
        <a:srgbClr val="1E3877"/>
      </a:accent2>
      <a:accent3>
        <a:srgbClr val="1D58A7"/>
      </a:accent3>
      <a:accent4>
        <a:srgbClr val="009FD3"/>
      </a:accent4>
      <a:accent5>
        <a:srgbClr val="F5821E"/>
      </a:accent5>
      <a:accent6>
        <a:srgbClr val="70AD47"/>
      </a:accent6>
      <a:hlink>
        <a:srgbClr val="0563C1"/>
      </a:hlink>
      <a:folHlink>
        <a:srgbClr val="FF26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1288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Tran, Huy Trong</dc:creator>
  <cp:lastModifiedBy>Tran, Huy Trong</cp:lastModifiedBy>
  <cp:revision>1</cp:revision>
  <dcterms:created xsi:type="dcterms:W3CDTF">2026-02-24T19:35:39Z</dcterms:created>
  <dcterms:modified xsi:type="dcterms:W3CDTF">2026-02-25T17:04:31Z</dcterms:modified>
</cp:coreProperties>
</file>